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cc7b2d198747db" /><Relationship Type="http://schemas.openxmlformats.org/officeDocument/2006/relationships/extended-properties" Target="/docProps/app.xml" Id="Rff0d75f639f044d5" /><Relationship Type="http://schemas.openxmlformats.org/officeDocument/2006/relationships/officeDocument" Target="/ppt/presentation.xml" Id="R4d7909bdae0547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4ea70fb6f74802"/>
  </p:sldMasterIdLst>
  <p:notesMasterIdLst>
    <p:notesMasterId xmlns:r="http://schemas.openxmlformats.org/officeDocument/2006/relationships" r:id="R2d2a35073aeb4124"/>
  </p:notesMasterIdLst>
  <p:sldIdLst>
    <p:sldId xmlns:r="http://schemas.openxmlformats.org/officeDocument/2006/relationships" id="256" r:id="Ra2b6da3e3e284d61"/>
    <p:sldId xmlns:r="http://schemas.openxmlformats.org/officeDocument/2006/relationships" id="257" r:id="R66e295d30dc3471e"/>
    <p:sldId xmlns:r="http://schemas.openxmlformats.org/officeDocument/2006/relationships" id="258" r:id="Rfe13d32e85104836"/>
    <p:sldId xmlns:r="http://schemas.openxmlformats.org/officeDocument/2006/relationships" id="259" r:id="R1fa1a06826bf4dc5"/>
    <p:sldId xmlns:r="http://schemas.openxmlformats.org/officeDocument/2006/relationships" id="260" r:id="Rcbbb1485ec474777"/>
    <p:sldId xmlns:r="http://schemas.openxmlformats.org/officeDocument/2006/relationships" id="261" r:id="R998e68a24f6b494f"/>
    <p:sldId xmlns:r="http://schemas.openxmlformats.org/officeDocument/2006/relationships" id="262" r:id="R008762ae2c3a497f"/>
    <p:sldId xmlns:r="http://schemas.openxmlformats.org/officeDocument/2006/relationships" id="263" r:id="R00664ba2b72d448f"/>
    <p:sldId xmlns:r="http://schemas.openxmlformats.org/officeDocument/2006/relationships" id="264" r:id="Ra0b3118f1afd406e"/>
    <p:sldId xmlns:r="http://schemas.openxmlformats.org/officeDocument/2006/relationships" id="265" r:id="R095271e452fe4679"/>
    <p:sldId xmlns:r="http://schemas.openxmlformats.org/officeDocument/2006/relationships" id="266" r:id="Rc182e547dfeb4b20"/>
    <p:sldId xmlns:r="http://schemas.openxmlformats.org/officeDocument/2006/relationships" id="267" r:id="R92f58d98877f486a"/>
    <p:sldId xmlns:r="http://schemas.openxmlformats.org/officeDocument/2006/relationships" id="268" r:id="R0924a0cc30dd4a70"/>
    <p:sldId xmlns:r="http://schemas.openxmlformats.org/officeDocument/2006/relationships" id="269" r:id="R21a8ce5673db418a"/>
    <p:sldId xmlns:r="http://schemas.openxmlformats.org/officeDocument/2006/relationships" id="270" r:id="Ree77298637014b36"/>
    <p:sldId xmlns:r="http://schemas.openxmlformats.org/officeDocument/2006/relationships" id="271" r:id="R58641bf569bc4f67"/>
    <p:sldId xmlns:r="http://schemas.openxmlformats.org/officeDocument/2006/relationships" id="272" r:id="R5bac48293e784aa0"/>
    <p:sldId xmlns:r="http://schemas.openxmlformats.org/officeDocument/2006/relationships" id="273" r:id="Rc519d03a1b64483a"/>
    <p:sldId xmlns:r="http://schemas.openxmlformats.org/officeDocument/2006/relationships" id="274" r:id="R738405285bd04dd9"/>
    <p:sldId xmlns:r="http://schemas.openxmlformats.org/officeDocument/2006/relationships" id="275" r:id="R0c09c5e03a324c84"/>
    <p:sldId xmlns:r="http://schemas.openxmlformats.org/officeDocument/2006/relationships" id="276" r:id="R72bb6454c75b4989"/>
    <p:sldId xmlns:r="http://schemas.openxmlformats.org/officeDocument/2006/relationships" id="277" r:id="R5e522ee80f1a4b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28a539961497b" /><Relationship Type="http://schemas.openxmlformats.org/officeDocument/2006/relationships/slideMaster" Target="/ppt/slideMasters/slideMaster1.xml" Id="R014ea70fb6f74802" /><Relationship Type="http://schemas.openxmlformats.org/officeDocument/2006/relationships/notesMaster" Target="/ppt/notesMasters/notesMaster1.xml" Id="R2d2a35073aeb4124" /><Relationship Type="http://schemas.openxmlformats.org/officeDocument/2006/relationships/presProps" Target="/ppt/presProps.xml" Id="R080820fec96340f6" /><Relationship Type="http://schemas.openxmlformats.org/officeDocument/2006/relationships/tableStyles" Target="/ppt/tableStyles.xml" Id="Re00cc1e3a3c54771" /><Relationship Type="http://schemas.openxmlformats.org/officeDocument/2006/relationships/slide" Target="/ppt/slides/slide1.xml" Id="Ra2b6da3e3e284d61" /><Relationship Type="http://schemas.openxmlformats.org/officeDocument/2006/relationships/slide" Target="/ppt/slides/slide2.xml" Id="R66e295d30dc3471e" /><Relationship Type="http://schemas.openxmlformats.org/officeDocument/2006/relationships/slide" Target="/ppt/slides/slide3.xml" Id="Rfe13d32e85104836" /><Relationship Type="http://schemas.openxmlformats.org/officeDocument/2006/relationships/slide" Target="/ppt/slides/slide4.xml" Id="R1fa1a06826bf4dc5" /><Relationship Type="http://schemas.openxmlformats.org/officeDocument/2006/relationships/slide" Target="/ppt/slides/slide5.xml" Id="Rcbbb1485ec474777" /><Relationship Type="http://schemas.openxmlformats.org/officeDocument/2006/relationships/slide" Target="/ppt/slides/slide6.xml" Id="R998e68a24f6b494f" /><Relationship Type="http://schemas.openxmlformats.org/officeDocument/2006/relationships/slide" Target="/ppt/slides/slide7.xml" Id="R008762ae2c3a497f" /><Relationship Type="http://schemas.openxmlformats.org/officeDocument/2006/relationships/slide" Target="/ppt/slides/slide8.xml" Id="R00664ba2b72d448f" /><Relationship Type="http://schemas.openxmlformats.org/officeDocument/2006/relationships/slide" Target="/ppt/slides/slide9.xml" Id="Ra0b3118f1afd406e" /><Relationship Type="http://schemas.openxmlformats.org/officeDocument/2006/relationships/slide" Target="/ppt/slides/slide10.xml" Id="R095271e452fe4679" /><Relationship Type="http://schemas.openxmlformats.org/officeDocument/2006/relationships/slide" Target="/ppt/slides/slide11.xml" Id="Rc182e547dfeb4b20" /><Relationship Type="http://schemas.openxmlformats.org/officeDocument/2006/relationships/slide" Target="/ppt/slides/slide12.xml" Id="R92f58d98877f486a" /><Relationship Type="http://schemas.openxmlformats.org/officeDocument/2006/relationships/slide" Target="/ppt/slides/slide13.xml" Id="R0924a0cc30dd4a70" /><Relationship Type="http://schemas.openxmlformats.org/officeDocument/2006/relationships/slide" Target="/ppt/slides/slide14.xml" Id="R21a8ce5673db418a" /><Relationship Type="http://schemas.openxmlformats.org/officeDocument/2006/relationships/slide" Target="/ppt/slides/slide15.xml" Id="Ree77298637014b36" /><Relationship Type="http://schemas.openxmlformats.org/officeDocument/2006/relationships/slide" Target="/ppt/slides/slide16.xml" Id="R58641bf569bc4f67" /><Relationship Type="http://schemas.openxmlformats.org/officeDocument/2006/relationships/slide" Target="/ppt/slides/slide17.xml" Id="R5bac48293e784aa0" /><Relationship Type="http://schemas.openxmlformats.org/officeDocument/2006/relationships/slide" Target="/ppt/slides/slide18.xml" Id="Rc519d03a1b64483a" /><Relationship Type="http://schemas.openxmlformats.org/officeDocument/2006/relationships/slide" Target="/ppt/slides/slide19.xml" Id="R738405285bd04dd9" /><Relationship Type="http://schemas.openxmlformats.org/officeDocument/2006/relationships/slide" Target="/ppt/slides/slide20.xml" Id="R0c09c5e03a324c84" /><Relationship Type="http://schemas.openxmlformats.org/officeDocument/2006/relationships/slide" Target="/ppt/slides/slide21.xml" Id="R72bb6454c75b4989" /><Relationship Type="http://schemas.openxmlformats.org/officeDocument/2006/relationships/slide" Target="/ppt/slides/slide22.xml" Id="R5e522ee80f1a4b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09f7d28b24b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02b4eb261a4221" /><Relationship Type="http://schemas.openxmlformats.org/officeDocument/2006/relationships/notesMaster" Target="/ppt/notesMasters/notesMaster1.xml" Id="Rada6dd917e0548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563b15d7da4817" /><Relationship Type="http://schemas.openxmlformats.org/officeDocument/2006/relationships/notesMaster" Target="/ppt/notesMasters/notesMaster1.xml" Id="R3111dd52849042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23392ee45478e" /><Relationship Type="http://schemas.openxmlformats.org/officeDocument/2006/relationships/notesMaster" Target="/ppt/notesMasters/notesMaster1.xml" Id="Rd67d9afea22746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0257348b444e99" /><Relationship Type="http://schemas.openxmlformats.org/officeDocument/2006/relationships/notesMaster" Target="/ppt/notesMasters/notesMaster1.xml" Id="R5e3f68d259fb48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edee5dcd8c4d0b" /><Relationship Type="http://schemas.openxmlformats.org/officeDocument/2006/relationships/notesMaster" Target="/ppt/notesMasters/notesMaster1.xml" Id="Rc2574d497db643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496293d5d04800" /><Relationship Type="http://schemas.openxmlformats.org/officeDocument/2006/relationships/notesMaster" Target="/ppt/notesMasters/notesMaster1.xml" Id="Rc3072119516a49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cc536fc5254992" /><Relationship Type="http://schemas.openxmlformats.org/officeDocument/2006/relationships/notesMaster" Target="/ppt/notesMasters/notesMaster1.xml" Id="Rf9d2e4ed404341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71cc71101646f7" /><Relationship Type="http://schemas.openxmlformats.org/officeDocument/2006/relationships/notesMaster" Target="/ppt/notesMasters/notesMaster1.xml" Id="R80be26cf5aab40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179a2f67b04377" /><Relationship Type="http://schemas.openxmlformats.org/officeDocument/2006/relationships/notesMaster" Target="/ppt/notesMasters/notesMaster1.xml" Id="R10b70eac22d4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67ca58868f415b" /><Relationship Type="http://schemas.openxmlformats.org/officeDocument/2006/relationships/notesMaster" Target="/ppt/notesMasters/notesMaster1.xml" Id="R5c8f9b4aa59e4f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b8e03f740a41cf" /><Relationship Type="http://schemas.openxmlformats.org/officeDocument/2006/relationships/notesMaster" Target="/ppt/notesMasters/notesMaster1.xml" Id="Rf8c1be48d4924a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2f25868e134912" /><Relationship Type="http://schemas.openxmlformats.org/officeDocument/2006/relationships/notesMaster" Target="/ppt/notesMasters/notesMaster1.xml" Id="Rdb1e282496f34c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c27478c7394aad" /><Relationship Type="http://schemas.openxmlformats.org/officeDocument/2006/relationships/notesMaster" Target="/ppt/notesMasters/notesMaster1.xml" Id="R405295eaaf2644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8aeee4799e4d10" /><Relationship Type="http://schemas.openxmlformats.org/officeDocument/2006/relationships/notesMaster" Target="/ppt/notesMasters/notesMaster1.xml" Id="R49dfa42f46aa4a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6f39f216a847e7" /><Relationship Type="http://schemas.openxmlformats.org/officeDocument/2006/relationships/notesMaster" Target="/ppt/notesMasters/notesMaster1.xml" Id="R6d1644d4d6d64b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196dd8d8214527" /><Relationship Type="http://schemas.openxmlformats.org/officeDocument/2006/relationships/notesMaster" Target="/ppt/notesMasters/notesMaster1.xml" Id="Recc0d067f8274d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0169690bd04651" /><Relationship Type="http://schemas.openxmlformats.org/officeDocument/2006/relationships/notesMaster" Target="/ppt/notesMasters/notesMaster1.xml" Id="Rafc385f178f54d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5f2576dede46e1" /><Relationship Type="http://schemas.openxmlformats.org/officeDocument/2006/relationships/notesMaster" Target="/ppt/notesMasters/notesMaster1.xml" Id="Rf12806ee577644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8b09a0a0d940f0" /><Relationship Type="http://schemas.openxmlformats.org/officeDocument/2006/relationships/notesMaster" Target="/ppt/notesMasters/notesMaster1.xml" Id="Rfa6ebcb4455f431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1530523fe04496" /><Relationship Type="http://schemas.openxmlformats.org/officeDocument/2006/relationships/notesMaster" Target="/ppt/notesMasters/notesMaster1.xml" Id="R43026ad4849141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d2dfb1b559412c" /><Relationship Type="http://schemas.openxmlformats.org/officeDocument/2006/relationships/notesMaster" Target="/ppt/notesMasters/notesMaster1.xml" Id="R99b7a4afd9644f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ebf43669afd41e2" /><Relationship Type="http://schemas.openxmlformats.org/officeDocument/2006/relationships/notesMaster" Target="/ppt/notesMasters/notesMaster1.xml" Id="Re85651832da9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réelle de la campagne Réservations du 17/10/2026. Sources : manifeste et preuves Xray. Révision d70949c283394b5c23d9b3271f5e8564a3a5aa8d. La présentation exclut les membres de l’équipe.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critères Jira STAY-22 à STAY-28, STAY-38, STAY-39, STAY-41 et manifeste de campagne du 17/10/2026.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Capture du tableau STAY, filtré sur les réservations. Aucun sprint terminé n’est revendiqué.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https://grp5sae9.atlassian.net/browse/STAY-22. Capture recadrée sur le ticket sans données de membre.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STAY-48. Le code 8492# est synthétique. Aucun fournisseur externe n’a été appelé.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Comparaison adaptée au besoin Stayora, sans essai expérimental de Trello. Sources officielles : https://www.atlassian.com/software/trello/trello-and-jira et https://www.atlassian.com/blog/trello/trello-vs-jira.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plan natif STAY-46, suite STAY-45 et campagne STAY-47. Révision d70949c283394b5c23d9b3271f5e8564a3a5aa8d.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STAY-45 et manifest.json. Les états Jira To Do des cas sont distincts des résultats des Test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de STAY-51 dans STAY-47. Actions manuelles réellement exécutées le 17/10/2026. Précondition native STAY-49.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STAY-47, résultat natif sauvegardé et manifeste. Les 39 tests frontend et 60 backend de npm run check sont complémentaires, non additionnés aux 73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Test Run FAILED de STAY-111 dans STAY-47, preuve API-061-resultat.json, défaut natif STAY-48. Aucun correctif ni retest de correctif.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panneaux natifs Test Coverage de STAY-22 et STAY-41, capturés le 17/10/2026. OK et NOK concernent le résultat de couverture, pas l’état Jira.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docs/testing-report/evidence/sonarqube.json, verification.json et capture tableau-de-bord.png. Snapshot historique sur arbre local non encore commité, pas une nouvelle analyse du 17/10. Outil : Community Build 26.9.0.129388.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SonarQube, instantané du 11/10/2026. 44 signalements distincts, un signalement peut concerner plusieurs qualités. Les 16 + 40 ne doivent pas être additionnés. Règle S8786 : expressions régulières à examiner.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SonarQube historique du 11/10/2026 et https://docs.sonarsource.com/sonarqube-community-build/user-guide/about-new-code. Le portail concerne le nouveau code. Couverture Java 85,4 %, Angular 37,9 %, total 67,1 % dans 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sortie JSON réelle, evidence/eslint-raw.json et eslint-execution.json. Node v22.23.3, ESLint 8.57.1. Rapport HTML local de lecture, pas interface native ESLint. Durée 3,054 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frontend/.eslintrc.json et docs/static-testing-2026-10-11/eslint-rapport.cjs, relancé le 17/10/2026. Exclut Java, SQL et validation métier à l’exécution.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exécution ESLint du 17/10/2026. Message original Unexpected console statement. Un message de démarrage fixe ne prouve pas une vulnérabilité. https://eslint.org/docs/latest/use/core-concepts/glossary et https://eslint.org/docs/latest/rules/no-console.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snapshots SonarQube du 11/10/2026 et ESLint du 17/10/2026. Dates et périmètres distincts, aucun classement numérique direct. https://www.sonarsource.com/resources/library/static-code-analysis-using-sonarqube/ et https://eslint.org/docs/latest/use/core-concepts/glossary.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campagne Xray du 17/10/2026 et rapports statiques. Xray gère et enregistre les scénarios, il ne remplace pas l’exécution réelle. La couverture affichée par SonarQube provient de tests dynamiques importés.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: STAY-48, campagne STAY-47 et rapports SonarQube/ESLint. Aucun correctif réalisé pendant la campagne. La conformité complète du module ne peut pas être prononcée avec ce défaut ouvert.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Liens réels vérifiés dans Jira. L’accès anonyme n’est pas disponible dans les espaces gérés par équipe. Source : https://support.atlassian.com/jira-software-cloud/docs/next-gen-permissions/. Aucun réglage global ni migration de projet modifié.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08d1f2d9d46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10cdd181342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69885901546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ed585232741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0561dfb5a4f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7d2290f6c45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B5510C-3699-4B04-899B-D0EB5CEEB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075EAFF-4ECB-4F01-9310-5B5B5B0894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D2D11D-CDD2-4088-9F3B-122D0158B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2880E8-B22E-4314-9F1C-B5251FB4D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D46600-534A-4A56-BB65-F9BA49FDEA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6C42DC-0F1D-4757-A07A-2E70983F3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251AC9-CCC1-477A-8924-7C83DDA14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AB6E4E-5B1B-428B-A6FB-31AC6291D5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3D75E6-4A3F-4C77-AF29-A4A16DC158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F2D8B-34CE-45D0-A163-5B73696C7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0761ea39ec427e" /><Relationship Type="http://schemas.openxmlformats.org/officeDocument/2006/relationships/slideLayout" Target="/ppt/slideLayouts/slideLayout1.xml" Id="R9363378f5a4b4d81" /><Relationship Type="http://schemas.openxmlformats.org/officeDocument/2006/relationships/slideLayout" Target="/ppt/slideLayouts/slideLayout2.xml" Id="Rdc21bc827378434e" /><Relationship Type="http://schemas.openxmlformats.org/officeDocument/2006/relationships/slideLayout" Target="/ppt/slideLayouts/slideLayout3.xml" Id="R866dd2ebfad44d4e" /><Relationship Type="http://schemas.openxmlformats.org/officeDocument/2006/relationships/slideLayout" Target="/ppt/slideLayouts/slideLayout4.xml" Id="R080bf99d43c14e53" /><Relationship Type="http://schemas.openxmlformats.org/officeDocument/2006/relationships/slideLayout" Target="/ppt/slideLayouts/slideLayout5.xml" Id="Rcf74088215e341e6" /><Relationship Type="http://schemas.openxmlformats.org/officeDocument/2006/relationships/slideLayout" Target="/ppt/slideLayouts/slideLayout6.xml" Id="R9ccf201564c740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63378f5a4b4d81"/>
    <p:sldLayoutId xmlns:r="http://schemas.openxmlformats.org/officeDocument/2006/relationships" id="2147483650" r:id="Rdc21bc827378434e"/>
    <p:sldLayoutId xmlns:r="http://schemas.openxmlformats.org/officeDocument/2006/relationships" id="2147483651" r:id="R866dd2ebfad44d4e"/>
    <p:sldLayoutId xmlns:r="http://schemas.openxmlformats.org/officeDocument/2006/relationships" id="2147483652" r:id="R080bf99d43c14e53"/>
    <p:sldLayoutId xmlns:r="http://schemas.openxmlformats.org/officeDocument/2006/relationships" id="2147483653" r:id="Rcf74088215e341e6"/>
    <p:sldLayoutId xmlns:r="http://schemas.openxmlformats.org/officeDocument/2006/relationships" id="2147483654" r:id="R9ccf201564c740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43a20a1824406" /><Relationship Type="http://schemas.openxmlformats.org/officeDocument/2006/relationships/image" Target="/ppt/media/image.jpeg" Id="Rc93ce980cd76499c" /><Relationship Type="http://schemas.openxmlformats.org/officeDocument/2006/relationships/notesSlide" Target="/ppt/notesSlides/notesSlide1.xml" Id="R79ba5a62b8c64e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5ff52bb6c4e24" /><Relationship Type="http://schemas.openxmlformats.org/officeDocument/2006/relationships/image" Target="/ppt/media/image2.jpeg" Id="Rad62cc0a3e444660" /><Relationship Type="http://schemas.openxmlformats.org/officeDocument/2006/relationships/notesSlide" Target="/ppt/notesSlides/notesSlide2.xml" Id="R32858b98b40045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85967cb934a33" /><Relationship Type="http://schemas.openxmlformats.org/officeDocument/2006/relationships/image" Target="/ppt/media/image3.jpeg" Id="Rfd37c357b1b640ae" /><Relationship Type="http://schemas.openxmlformats.org/officeDocument/2006/relationships/hyperlink" Target="https://grp5sae9.atlassian.net/jira/software/projects/STAY/boards/35" TargetMode="External" Id="R8de1661a2ab5474e" /><Relationship Type="http://schemas.openxmlformats.org/officeDocument/2006/relationships/notesSlide" Target="/ppt/notesSlides/notesSlide3.xml" Id="R32c7831bedbf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cbd2d842744ae" /><Relationship Type="http://schemas.openxmlformats.org/officeDocument/2006/relationships/image" Target="/ppt/media/image4.jpeg" Id="R2930837a02b44cc1" /><Relationship Type="http://schemas.openxmlformats.org/officeDocument/2006/relationships/hyperlink" Target="https://grp5sae9.atlassian.net/browse/STAY-22" TargetMode="External" Id="R5f1ebf599c094a1e" /><Relationship Type="http://schemas.openxmlformats.org/officeDocument/2006/relationships/notesSlide" Target="/ppt/notesSlides/notesSlide4.xml" Id="R255d1fa1e68e4c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6204d55c94552" /><Relationship Type="http://schemas.openxmlformats.org/officeDocument/2006/relationships/image" Target="/ppt/media/image5.jpeg" Id="R6d37990163f044d0" /><Relationship Type="http://schemas.openxmlformats.org/officeDocument/2006/relationships/hyperlink" Target="https://grp5sae9.atlassian.net/browse/STAY-48" TargetMode="External" Id="R68593b373cbe4230" /><Relationship Type="http://schemas.openxmlformats.org/officeDocument/2006/relationships/notesSlide" Target="/ppt/notesSlides/notesSlide5.xml" Id="Rcddef09b3eda4f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06c3c3a4b4dcd" /><Relationship Type="http://schemas.openxmlformats.org/officeDocument/2006/relationships/image" Target="/ppt/media/image6.jpeg" Id="Rc2e4b43cf8d24fab" /><Relationship Type="http://schemas.openxmlformats.org/officeDocument/2006/relationships/hyperlink" Target="https://grp5sae9.atlassian.net/jira/software/projects/STAY/boards/35" TargetMode="External" Id="R94b55d340e774b9c" /><Relationship Type="http://schemas.openxmlformats.org/officeDocument/2006/relationships/notesSlide" Target="/ppt/notesSlides/notesSlide6.xml" Id="R74bcfda833cc42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a3b3ed69c411d" /><Relationship Type="http://schemas.openxmlformats.org/officeDocument/2006/relationships/image" Target="/ppt/media/image7.jpeg" Id="Re29834a9b7ae4b5d" /><Relationship Type="http://schemas.openxmlformats.org/officeDocument/2006/relationships/hyperlink" Target="https://grp5sae9.atlassian.net/browse/STAY-46" TargetMode="External" Id="R7a04807577394f39" /><Relationship Type="http://schemas.openxmlformats.org/officeDocument/2006/relationships/notesSlide" Target="/ppt/notesSlides/notesSlide7.xml" Id="R49af372ed86c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ccea810444a35" /><Relationship Type="http://schemas.openxmlformats.org/officeDocument/2006/relationships/image" Target="/ppt/media/image8.jpeg" Id="R83d9c211d8a34c38" /><Relationship Type="http://schemas.openxmlformats.org/officeDocument/2006/relationships/hyperlink" Target="https://grp5sae9.atlassian.net/browse/STAY-45" TargetMode="External" Id="R19de6a3741d64e58" /><Relationship Type="http://schemas.openxmlformats.org/officeDocument/2006/relationships/notesSlide" Target="/ppt/notesSlides/notesSlide8.xml" Id="Rf4e95bfd78a547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3bd714a74415d" /><Relationship Type="http://schemas.openxmlformats.org/officeDocument/2006/relationships/image" Target="/ppt/media/image9.jpeg" Id="R90e99cbeae7e497c" /><Relationship Type="http://schemas.openxmlformats.org/officeDocument/2006/relationships/hyperlink" Target="https://grp5sae9.atlassian.net/browse/STAY-51" TargetMode="External" Id="R08f7b4eed4824eaa" /><Relationship Type="http://schemas.openxmlformats.org/officeDocument/2006/relationships/notesSlide" Target="/ppt/notesSlides/notesSlide9.xml" Id="R8e135a90d00744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e5905cad34487" /><Relationship Type="http://schemas.openxmlformats.org/officeDocument/2006/relationships/image" Target="/ppt/media/image10.jpeg" Id="Rdefe6be920114154" /><Relationship Type="http://schemas.openxmlformats.org/officeDocument/2006/relationships/hyperlink" Target="https://grp5sae9.atlassian.net/browse/STAY-47" TargetMode="External" Id="R5ad64f8b17264190" /><Relationship Type="http://schemas.openxmlformats.org/officeDocument/2006/relationships/notesSlide" Target="/ppt/notesSlides/notesSlide10.xml" Id="R7dad0e4ac2ff43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eebba1ce04cd8" /><Relationship Type="http://schemas.openxmlformats.org/officeDocument/2006/relationships/image" Target="/ppt/media/image11.jpeg" Id="Rd5e676816cb74b93" /><Relationship Type="http://schemas.openxmlformats.org/officeDocument/2006/relationships/hyperlink" Target="https://grp5sae9.atlassian.net/browse/STAY-111" TargetMode="External" Id="R0d2bb7377d514f7c" /><Relationship Type="http://schemas.openxmlformats.org/officeDocument/2006/relationships/notesSlide" Target="/ppt/notesSlides/notesSlide11.xml" Id="R92d3d48f51d04e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5329fecdb42d5" /><Relationship Type="http://schemas.openxmlformats.org/officeDocument/2006/relationships/image" Target="/ppt/media/image12.jpeg" Id="R20366d989c71456f" /><Relationship Type="http://schemas.openxmlformats.org/officeDocument/2006/relationships/image" Target="/ppt/media/image13.jpeg" Id="R1b7a829d579247d6" /><Relationship Type="http://schemas.openxmlformats.org/officeDocument/2006/relationships/hyperlink" Target="https://grp5sae9.atlassian.net/browse/STAY-41" TargetMode="External" Id="R07086f5f5a894a91" /><Relationship Type="http://schemas.openxmlformats.org/officeDocument/2006/relationships/notesSlide" Target="/ppt/notesSlides/notesSlide12.xml" Id="Rf4c1e69388df48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1a8a98e1e4201" /><Relationship Type="http://schemas.openxmlformats.org/officeDocument/2006/relationships/image" Target="/ppt/media/image.png" Id="R6e55ea9287404021" /><Relationship Type="http://schemas.openxmlformats.org/officeDocument/2006/relationships/notesSlide" Target="/ppt/notesSlides/notesSlide13.xml" Id="R11faa35b838f47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7a003fbd44f8c" /><Relationship Type="http://schemas.openxmlformats.org/officeDocument/2006/relationships/image" Target="/ppt/media/image2.png" Id="R2a1a3d886d6a4b2d" /><Relationship Type="http://schemas.openxmlformats.org/officeDocument/2006/relationships/notesSlide" Target="/ppt/notesSlides/notesSlide14.xml" Id="R948cf246082a4c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1a9b2dc604674" /><Relationship Type="http://schemas.openxmlformats.org/officeDocument/2006/relationships/image" Target="/ppt/media/image3.png" Id="R0d79ab2426994bfa" /><Relationship Type="http://schemas.openxmlformats.org/officeDocument/2006/relationships/notesSlide" Target="/ppt/notesSlides/notesSlide15.xml" Id="R3347c1fb88294b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35f8a535d4d00" /><Relationship Type="http://schemas.openxmlformats.org/officeDocument/2006/relationships/image" Target="/ppt/media/image14.jpeg" Id="R5eb1f7fe3ed448b3" /><Relationship Type="http://schemas.openxmlformats.org/officeDocument/2006/relationships/notesSlide" Target="/ppt/notesSlides/notesSlide16.xml" Id="R0b29fbedb4fe49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aab208ce324eac" /><Relationship Type="http://schemas.openxmlformats.org/officeDocument/2006/relationships/image" Target="/ppt/media/image15.jpeg" Id="R4ad0bd76be1b44d6" /><Relationship Type="http://schemas.openxmlformats.org/officeDocument/2006/relationships/notesSlide" Target="/ppt/notesSlides/notesSlide17.xml" Id="Rcc9551ad38244e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e4fb12eec4d9d" /><Relationship Type="http://schemas.openxmlformats.org/officeDocument/2006/relationships/image" Target="/ppt/media/image16.jpeg" Id="Rc76378494b3f46ea" /><Relationship Type="http://schemas.openxmlformats.org/officeDocument/2006/relationships/notesSlide" Target="/ppt/notesSlides/notesSlide18.xml" Id="R990f1a7db0224fb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04d89a23b4abc" /><Relationship Type="http://schemas.openxmlformats.org/officeDocument/2006/relationships/image" Target="/ppt/media/image4.png" Id="Rf5c41b84c5ee4eb1" /><Relationship Type="http://schemas.openxmlformats.org/officeDocument/2006/relationships/image" Target="/ppt/media/image17.jpeg" Id="R9ba69e39c944453b" /><Relationship Type="http://schemas.openxmlformats.org/officeDocument/2006/relationships/notesSlide" Target="/ppt/notesSlides/notesSlide19.xml" Id="Rcf31eed1bf9b4a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5a2b610fae4ef8" /><Relationship Type="http://schemas.openxmlformats.org/officeDocument/2006/relationships/image" Target="/ppt/media/image18.jpeg" Id="R06b9cc96712f4ef9" /><Relationship Type="http://schemas.openxmlformats.org/officeDocument/2006/relationships/image" Target="/ppt/media/image19.jpeg" Id="R538f7ba00b7c4e44" /><Relationship Type="http://schemas.openxmlformats.org/officeDocument/2006/relationships/notesSlide" Target="/ppt/notesSlides/notesSlide20.xml" Id="R94cafa3eda8642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9f59761c64973" /><Relationship Type="http://schemas.openxmlformats.org/officeDocument/2006/relationships/image" Target="/ppt/media/image20.jpeg" Id="R84e9cff1f2c14f4c" /><Relationship Type="http://schemas.openxmlformats.org/officeDocument/2006/relationships/hyperlink" Target="https://grp5sae9.atlassian.net/browse/STAY-48" TargetMode="External" Id="R8c7e3dc421924fdd" /><Relationship Type="http://schemas.openxmlformats.org/officeDocument/2006/relationships/notesSlide" Target="/ppt/notesSlides/notesSlide21.xml" Id="R076aa4ff5e2344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8af42749ba47f6" /><Relationship Type="http://schemas.openxmlformats.org/officeDocument/2006/relationships/hyperlink" Target="https://grp5sae9.atlassian.net/jira/software/projects/STAY/boards/35" TargetMode="External" Id="Rc21cf2fd7c3440ce" /><Relationship Type="http://schemas.openxmlformats.org/officeDocument/2006/relationships/hyperlink" Target="https://grp5sae9.atlassian.net/projects/STAY?selectedItem=com.atlassian.plugins.atlassian-connect-plugin%3Acom.xpandit.plugins.xray__testing-board" TargetMode="External" Id="R21a37244990f4aed" /><Relationship Type="http://schemas.openxmlformats.org/officeDocument/2006/relationships/hyperlink" Target="https://grp5sae9.atlassian.net/browse/STAY-46" TargetMode="External" Id="R43c7e49d580f4a28" /><Relationship Type="http://schemas.openxmlformats.org/officeDocument/2006/relationships/hyperlink" Target="https://grp5sae9.atlassian.net/browse/STAY-45" TargetMode="External" Id="R6c2a50d6e7c0493f" /><Relationship Type="http://schemas.openxmlformats.org/officeDocument/2006/relationships/hyperlink" Target="https://grp5sae9.atlassian.net/browse/STAY-47" TargetMode="External" Id="R0a5f4c56b6e14d21" /><Relationship Type="http://schemas.openxmlformats.org/officeDocument/2006/relationships/image" Target="/ppt/media/image21.jpeg" Id="Rb22f19b288b64355" /><Relationship Type="http://schemas.openxmlformats.org/officeDocument/2006/relationships/notesSlide" Target="/ppt/notesSlides/notesSlide22.xml" Id="Rd35a1beb0617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971A2-6481-4C72-B2B5-8E1A6B92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D85EF-A43A-40B5-B4CC-D2399DA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 et validation</a:t>
            </a:r>
          </a:p>
          <a:p xmlns:a="http://schemas.openxmlformats.org/drawingml/2006/main">
            <a:pPr>
              <a:defRPr sz="49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des logiciels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38AE7-64C6-4843-85C9-E5223DAE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6175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Jira, Xray, SonarQube et ESLint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98058-492C-4E11-9AAF-DB5264AF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482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Module Réservations</a:t>
            </a:r>
          </a:p>
          <a:p xmlns:a="http://schemas.openxmlformats.org/drawingml/2006/main">
            <a:pPr>
              <a:defRPr sz="1650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Présentation en français · octobre 2026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52187-A3C0-4542-B462-E1C3A5C4DE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ce980cd76499c"/>
          <a:stretch xmlns:a="http://schemas.openxmlformats.org/drawingml/2006/main"/>
        </p:blipFill>
        <p:spPr>
          <a:xfrm xmlns:a="http://schemas.openxmlformats.org/drawingml/2006/main">
            <a:off x="6400800" y="1582143"/>
            <a:ext cx="5276850" cy="3217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99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24BC-4AB7-497C-B594-45796A8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DÉMARCHE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A142A-3604-42D4-92AD-D1B4437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Périmètre et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DA523-3CE6-4AD7-9697-F886EFF4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8800D-80B9-4546-994B-131738D1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  <a:p xmlns:a="http://schemas.openxmlformats.org/drawingml/2006/main">
            <a:pPr>
              <a:defRPr sz="2850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14364-FF13-4329-96A6-0B6424559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2cc0a3e444660"/>
          <a:stretch xmlns:a="http://schemas.openxmlformats.org/drawingml/2006/main"/>
        </p:blipFill>
        <p:spPr>
          <a:xfrm xmlns:a="http://schemas.openxmlformats.org/drawingml/2006/main">
            <a:off x="5451038" y="1524000"/>
            <a:ext cx="6014324" cy="3667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1E490-F607-4E2B-88D5-6EB8B24F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Devis, réservation, reçu simulé, annulation, droits d’accès et conseil IA</a:t>
            </a:r>
          </a:p>
        </p:txBody>
      </p:sp>
    </p:spTree>
    <p:extLst>
      <p:ext uri="{BB962C8B-B14F-4D97-AF65-F5344CB8AC3E}">
        <p14:creationId xmlns:p14="http://schemas.microsoft.com/office/powerpoint/2010/main" val="363669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388F8-C7C9-4BDF-AAF1-6C5FDFD2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EXIGENCES ET SUIVI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BEAA8-90E5-4CC1-ADC5-445F37DF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01  Jira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2E39D-669A-4B79-AF16-1617E017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BBD77-74AB-4BD5-9464-69CD298B06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7c357b1b640ae"/>
          <a:stretch xmlns:a="http://schemas.openxmlformats.org/drawingml/2006/main"/>
        </p:blipFill>
        <p:spPr>
          <a:xfrm xmlns:a="http://schemas.openxmlformats.org/drawingml/2006/main">
            <a:off x="1306912" y="1381125"/>
            <a:ext cx="9578176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B4537-8686-4469-867E-A9E37637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Backlog initial : 5 Epics et 39 Stories. Les exigences restent To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B8CDB-B2C1-44DB-83CC-0C21251D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8de1661a2ab5474e"/>
              </a:rPr>
              <a:t>Ouvrir le tableau Jira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727113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FFD3A-347A-4C19-847C-44178AFE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77496-80BC-49BB-ADC1-F6CE73B2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Critères d’acceptation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819D-2463-4BEF-B14B-163AB94A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80EF-42D2-4EB2-AFEF-9CC0093AAD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0837a02b44cc1"/>
          <a:srcRect xmlns:a="http://schemas.openxmlformats.org/drawingml/2006/main" l="0" t="7000" r="38000" b="2000"/>
          <a:stretch xmlns:a="http://schemas.openxmlformats.org/drawingml/2006/main"/>
        </p:blipFill>
        <p:spPr>
          <a:xfrm xmlns:a="http://schemas.openxmlformats.org/drawingml/2006/main">
            <a:off x="2833105" y="1381125"/>
            <a:ext cx="652579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D3C20-F2B2-4CE2-A398-052711F8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STAY-22 : durée, capacité, disponibilité et calcul du prix côté serveur.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006B3-4409-4ACE-857C-B350BA15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5f1ebf599c094a1e"/>
              </a:rPr>
              <a:t>Ouvrir l’exigence STAY-22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026791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F9642-DBD0-42EC-B98A-D0D4621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A9FD2-0744-416F-98A5-14F6D52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Traçabilité d’une anomalie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80714-BA34-4290-9126-49D141DE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B11B-E150-4AB4-9AEB-D96928F5F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7990163f044d0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9146B-E843-45E3-ABF5-89E5EDF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STAY-48 : reproduction, attendu, constat et impact du défaut de confidentialité.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44DCB-D036-478F-A83A-F075DB44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68593b373cbe4230"/>
              </a:rPr>
              <a:t>Ouvrir le défaut STAY-48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868089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EBA9D-7248-4425-9B2D-5B9D8090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2AA37-A039-4B28-9204-5B3B8422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Jira et Trello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45EB0-F281-47DC-884A-99079B8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7F85-06B8-4310-AC94-6E6D3A2C9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4b43cf8d24fab"/>
          <a:stretch xmlns:a="http://schemas.openxmlformats.org/drawingml/2006/main"/>
        </p:blipFill>
        <p:spPr>
          <a:xfrm xmlns:a="http://schemas.openxmlformats.org/drawingml/2006/main">
            <a:off x="514350" y="2657760"/>
            <a:ext cx="3619500" cy="1637729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4986F-6CF4-4FB9-B667-F7A4C0A1A359}"/>
              </a:ext>
            </a:extLst>
          </p:cNvPr>
          <p:cNvGraphicFramePr/>
          <p:nvPr/>
        </p:nvGraphicFramePr>
        <p:xfrm>
          <a:off xmlns:a="http://schemas.openxmlformats.org/drawingml/2006/main" x="4429125" y="1666875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667000"/>
                <a:gridCol w="2762250"/>
              </a:tblGrid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Jira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Trello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Tickets et hiérarchie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Cartes et listes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Usage ici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Exigences et anomalies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Organisation visuelle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7858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Tests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Liens natifs Xray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Intégration à prévoir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5275-E372-4B9D-A003-AAC56A34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Choix pour Stayora : Jira conserve les liens entre exigences, tests et défauts.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1B5AE-DB92-4102-B913-C49AD95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94b55d340e774b9c"/>
              </a:rPr>
              <a:t>Tableau Jira de la démonstration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2001784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238A0-8F84-4489-973D-DFC607F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PLAN DU MODULE RÉSERVATIONS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4220E-4A6F-45CE-BD20-26922949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02  Xray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F65CB-5042-47C6-893F-8851E359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ADB9C-126F-44C4-8E09-57FD21C911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834a9b7ae4b5d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80B5-304B-4D49-B460-A006562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STAY-46 : périmètre, environnement isolé et critères de sortie.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F4A22-F908-4E6B-99FD-58A653E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7a04807577394f39"/>
              </a:rPr>
              <a:t>Ouvrir le plan Xray STAY-46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68205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BDE20-6586-4A46-9516-DBF3ED09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0C0A8-4044-4EAE-A442-6A6CECA6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Suite de 73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17DF7-4F06-4591-8F1F-75692834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36E9A-0347-4F0F-B6D9-BF909C4623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d9c211d8a34c38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2D953-0DE5-4753-B0B8-EE67318D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61 cas automatisés HTTP/SQL et 12 parcours manuels Chrome.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7C744-BAA6-43F8-8FE4-D9D91EE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19de6a3741d64e58"/>
              </a:rPr>
              <a:t>Ouvrir la suite Xray STAY-45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8120960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B7B68-B109-4C22-A40B-47BEA9D8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8BFB0-B780-401E-B1DC-75E7A987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Étape manuelle, attendu et 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D2E1E-0DC5-4043-BB36-B65D003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4ECF4-5CFC-4245-ACF8-6B68DFCE2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99cbeae7e497c"/>
          <a:stretch xmlns:a="http://schemas.openxmlformats.org/drawingml/2006/main"/>
        </p:blipFill>
        <p:spPr>
          <a:xfrm xmlns:a="http://schemas.openxmlformats.org/drawingml/2006/main">
            <a:off x="887211" y="1381125"/>
            <a:ext cx="10417577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1D966-8F49-4133-BC96-A88BD535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STAY-51 / UI-001 : devis de trois nuits à 540.000 TND, étape PASSED.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53723-E063-458A-B295-B00BA7ED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08f7b4eed4824eaa"/>
              </a:rPr>
              <a:t>Ouvrir le cas manuel STAY-51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3149141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009BB-1C3F-42FA-A3A1-95E32B5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559BB-06C2-48CE-84A1-0B7D43A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tests réussis, 1 test échoué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79A1E-2642-4940-8E97-8CCBCD3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B07B0-7970-4FA3-AED6-365FF6B2CE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fe6be920114154"/>
          <a:stretch xmlns:a="http://schemas.openxmlformats.org/drawingml/2006/main"/>
        </p:blipFill>
        <p:spPr>
          <a:xfrm xmlns:a="http://schemas.openxmlformats.org/drawingml/2006/main">
            <a:off x="2606863" y="1381125"/>
            <a:ext cx="6978273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54F14-6B7C-4013-927D-D44AD8A4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73 exécutés, aucun bloqué et aucun non exécuté. Taux de réussite : 98,63 %.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12F85-B9B6-4D55-B5CC-7158875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5ad64f8b17264190"/>
              </a:rPr>
              <a:t>Ouvrir l’exécution Xray STAY-47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1153801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CB40C-4D85-4826-AC00-E0F91F4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708EC-F441-41EC-98F4-E1DD959D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échec relié à son défaut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9F17B-FEF0-4BE4-BF86-614D829F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E2167-E8FE-4737-B49E-69E9E8E754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676816cb74b93"/>
          <a:srcRect xmlns:a="http://schemas.openxmlformats.org/drawingml/2006/main" l="0" t="25000" r="0" b="0"/>
          <a:stretch xmlns:a="http://schemas.openxmlformats.org/drawingml/2006/main"/>
        </p:blipFill>
        <p:spPr>
          <a:xfrm xmlns:a="http://schemas.openxmlformats.org/drawingml/2006/main">
            <a:off x="514350" y="1806522"/>
            <a:ext cx="11163300" cy="34830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9DE53-9E6A-42A3-891D-DBAEE538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API-061 / STAY-111 : le nombre 8492 persiste dans les faits 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81C66-60CB-4AE6-8670-984306C9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0d2bb7377d514f7c"/>
              </a:rPr>
              <a:t>Ouvrir le test en échec STAY-111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21413667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4CBAD-A285-4A42-844C-FB24211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XRAY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BDAE6-AA8A-42DD-9CC0-C557A174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et conformité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12D6-162B-4AC3-8A83-8B6E90A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CF770-F4C7-4091-8E57-B6E77FC228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66d989c71456f"/>
          <a:srcRect xmlns:a="http://schemas.openxmlformats.org/drawingml/2006/main" l="0" t="8000" r="38000" b="20000"/>
          <a:stretch xmlns:a="http://schemas.openxmlformats.org/drawingml/2006/main"/>
        </p:blipFill>
        <p:spPr>
          <a:xfrm xmlns:a="http://schemas.openxmlformats.org/drawingml/2006/main">
            <a:off x="514350" y="2087753"/>
            <a:ext cx="5286375" cy="277774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5ADC-E13B-461B-A6D8-6EF2A67B3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a829d579247d6"/>
          <a:stretch xmlns:a="http://schemas.openxmlformats.org/drawingml/2006/main"/>
        </p:blipFill>
        <p:spPr>
          <a:xfrm xmlns:a="http://schemas.openxmlformats.org/drawingml/2006/main">
            <a:off x="6381750" y="1865367"/>
            <a:ext cx="5286375" cy="32225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6B29A-B106-4889-8441-D60CE135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STAY-22 : 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6C78F-DA9F-4F3F-8E28-E4182B56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A86D2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86D21"/>
                </a:solidFill>
                <a:latin typeface="Arial"/>
                <a:ea typeface="Arial"/>
                <a:cs typeface="Arial"/>
              </a:rPr>
              <a:t>STAY-41 : NOK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BC5D7-1513-471E-A60A-EBC059B9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Une exigence couverte peut conserver un échec. STAY-48 reste ouvert.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34CBB-4D6A-4E8E-812E-0DAEDB2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07086f5f5a894a91"/>
              </a:rPr>
              <a:t>Consulter la couverture de STAY-41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826455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86E54-CF4B-4AD9-A763-C6012910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ANALYSE STATIQUE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EBE80-3003-4F5C-B2A8-0B3819BF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03  SonarQube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866E8-20B1-4541-B275-3BC86E3E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96B4D-2AE5-4194-A088-A82BD162E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5ea9287404021"/>
          <a:stretch xmlns:a="http://schemas.openxmlformats.org/drawingml/2006/main"/>
        </p:blipFill>
        <p:spPr>
          <a:xfrm xmlns:a="http://schemas.openxmlformats.org/drawingml/2006/main">
            <a:off x="2540000" y="1381125"/>
            <a:ext cx="71120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F5D17-3F32-499D-8B51-B7073AD5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Instantané du 11/10/2026 : couverture globale 67,1 %, duplication 0,4 %.</a:t>
            </a:r>
          </a:p>
        </p:txBody>
      </p:sp>
    </p:spTree>
    <p:extLst>
      <p:ext uri="{BB962C8B-B14F-4D97-AF65-F5344CB8AC3E}">
        <p14:creationId xmlns:p14="http://schemas.microsoft.com/office/powerpoint/2010/main" val="13861845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94B55C-82D2-4311-880F-EE6B3B3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CB60B-6C02-4537-A303-08DE5DF8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44 signalements ouverts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AE128-9808-4097-B805-549B215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87F5-8F27-49DA-B013-DCA0AB25A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a3d886d6a4b2d"/>
          <a:stretch xmlns:a="http://schemas.openxmlformats.org/drawingml/2006/main"/>
        </p:blipFill>
        <p:spPr>
          <a:xfrm xmlns:a="http://schemas.openxmlformats.org/drawingml/2006/main">
            <a:off x="2266754" y="1381125"/>
            <a:ext cx="7658491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7A3EB-371F-431A-BA2D-97466E54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Fiabilité C : 16 signalements. Maintenabilité A : 40 signalements.</a:t>
            </a:r>
          </a:p>
        </p:txBody>
      </p:sp>
    </p:spTree>
    <p:extLst>
      <p:ext uri="{BB962C8B-B14F-4D97-AF65-F5344CB8AC3E}">
        <p14:creationId xmlns:p14="http://schemas.microsoft.com/office/powerpoint/2010/main" val="8762400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D7212-6D14-4215-8834-CCBF3D7E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SONARQUBE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9834D-A868-4558-A759-20DA7F3B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Portail validé et qualité globale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E7ABB-648F-402A-A3B8-5788E1C2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77EC0-17AC-49E2-B5BC-2BABEC774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9ab2426994bfa"/>
          <a:stretch xmlns:a="http://schemas.openxmlformats.org/drawingml/2006/main"/>
        </p:blipFill>
        <p:spPr>
          <a:xfrm xmlns:a="http://schemas.openxmlformats.org/drawingml/2006/main">
            <a:off x="4833815" y="1514475"/>
            <a:ext cx="6486769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06F31-CC4F-4C2C-959C-709B2217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Portail du nouveau code</a:t>
            </a:r>
          </a:p>
          <a:p xmlns:a="http://schemas.openxmlformats.org/drawingml/2006/main">
            <a:pPr>
              <a:defRPr sz="2100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Validé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D3A80-E896-4E8F-B285-D08DC58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3524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Couverture mesurée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Java 85,4 %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Angular 37,9 %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9A691-FFC1-4F4F-BDC3-78222DA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 portail validé coexiste avec les 44 signalements globaux ouverts.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45AF9-5CC3-4782-8634-1EB029F3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Analyse historique du 11 octobre 2026</a:t>
            </a:r>
          </a:p>
        </p:txBody>
      </p:sp>
    </p:spTree>
    <p:extLst>
      <p:ext uri="{BB962C8B-B14F-4D97-AF65-F5344CB8AC3E}">
        <p14:creationId xmlns:p14="http://schemas.microsoft.com/office/powerpoint/2010/main" val="965667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9D858-62C9-4443-8D9F-A91E0E7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CONTRÔLE STATIQUE DU FRONTAL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3183E-339D-417E-B919-68A14E9D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04 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1EC27-070D-4E4A-9B46-32EA8FA9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AE3AC-4798-470D-B112-4A5036D1D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1f7fe3ed448b3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C37AB-EA79-49D2-91EB-5CC2727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17/10/2026 : 59 fichiers, 0 erreur, 1 avertissement. Code de sortie 0.</a:t>
            </a:r>
          </a:p>
        </p:txBody>
      </p:sp>
    </p:spTree>
    <p:extLst>
      <p:ext uri="{BB962C8B-B14F-4D97-AF65-F5344CB8AC3E}">
        <p14:creationId xmlns:p14="http://schemas.microsoft.com/office/powerpoint/2010/main" val="21245936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8B7A5-746A-437A-84B0-12DA168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874CB-974C-463A-B0DF-7C27C2D9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Configuration et périmètre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2F691-D0A6-4E73-A799-EC391E90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18D69-74F9-4B04-901A-755EA9CA8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0bd76be1b44d6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2D7B0-E4B3-4730-BBC4-8B38AD3A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TypeScript et HTML Angular. Configuration de rapport, sans --fix.</a:t>
            </a:r>
          </a:p>
        </p:txBody>
      </p:sp>
    </p:spTree>
    <p:extLst>
      <p:ext uri="{BB962C8B-B14F-4D97-AF65-F5344CB8AC3E}">
        <p14:creationId xmlns:p14="http://schemas.microsoft.com/office/powerpoint/2010/main" val="10500313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DCA15-7E52-45D6-A132-F6EC5B6E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ESLINT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24A5D-C932-420B-AD43-7A6AFDE1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Un avertissement de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A1A6B-D7C5-4A2A-B001-E0559442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93BE4-9255-4615-B437-1CF674CEE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378494b3f46ea"/>
          <a:stretch xmlns:a="http://schemas.openxmlformats.org/drawingml/2006/main"/>
        </p:blipFill>
        <p:spPr>
          <a:xfrm xmlns:a="http://schemas.openxmlformats.org/drawingml/2006/main">
            <a:off x="889188" y="1381125"/>
            <a:ext cx="10413624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C4483-1B3D-48ED-9749-C992A247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no-console, frontend/src/main.ts:20:16. Aucun correctif appliqué.</a:t>
            </a:r>
          </a:p>
        </p:txBody>
      </p:sp>
    </p:spTree>
    <p:extLst>
      <p:ext uri="{BB962C8B-B14F-4D97-AF65-F5344CB8AC3E}">
        <p14:creationId xmlns:p14="http://schemas.microsoft.com/office/powerpoint/2010/main" val="853277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EA808-C661-4149-8CC4-91CE5D8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ÉTUDE COMPARATIVE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C071E-9065-4BCD-B968-564476B4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SonarQube et ESLint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9A360-0AF6-422E-A0E8-57423666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EFF0C-2F70-418E-994B-DC081268A22D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38650"/>
                <a:gridCol w="4438650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Critère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SonarQube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Périmètre observé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Java et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TypeScript et HTML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Résultat principal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Signalements et couverture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Règles et localisations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Lecture utile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Suivi global de qualité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Retour local précis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Complémentarité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Vue de projet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Contrôle du frontal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6A082-F574-420D-9790-4735FC4AF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41b84c5ee4eb1"/>
          <a:stretch xmlns:a="http://schemas.openxmlformats.org/drawingml/2006/main"/>
        </p:blipFill>
        <p:spPr>
          <a:xfrm xmlns:a="http://schemas.openxmlformats.org/drawingml/2006/main">
            <a:off x="2147627" y="4648200"/>
            <a:ext cx="2019822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705DC-66FE-446A-8AB3-7F8ABE074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69e39c944453b"/>
          <a:stretch xmlns:a="http://schemas.openxmlformats.org/drawingml/2006/main"/>
        </p:blipFill>
        <p:spPr>
          <a:xfrm xmlns:a="http://schemas.openxmlformats.org/drawingml/2006/main">
            <a:off x="7651712" y="4648200"/>
            <a:ext cx="2746450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04D0B-000B-4250-A7D0-B85A1B84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nombres de constats ne sont pas comparables entre ces deux périmètres.</a:t>
            </a:r>
          </a:p>
        </p:txBody>
      </p:sp>
    </p:spTree>
    <p:extLst>
      <p:ext uri="{BB962C8B-B14F-4D97-AF65-F5344CB8AC3E}">
        <p14:creationId xmlns:p14="http://schemas.microsoft.com/office/powerpoint/2010/main" val="15508018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6A298-119B-4F89-98B4-BA7A81B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INTERPRÉTATION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23B78-38F0-4347-B48F-CE00A172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Tests statiques et tests dynamiques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5322D-47F7-465E-A818-5007B20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8A4D2-477C-44CB-AC22-7D1E3780D007}"/>
              </a:ext>
            </a:extLst>
          </p:cNvPr>
          <p:cNvGraphicFramePr/>
          <p:nvPr/>
        </p:nvGraphicFramePr>
        <p:xfrm>
          <a:off xmlns:a="http://schemas.openxmlformats.org/drawingml/2006/main" x="514350" y="1543050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91025"/>
                <a:gridCol w="4391025"/>
              </a:tblGrid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Analyse statique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Exécution dynamique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T w="9525">
                      <a:solidFill>
                        <a:srgbClr val="C8D3CD"/>
                      </a:solidFill>
                      <a:prstDash val="solid"/>
                    </a:lnT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153B46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Objet examiné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Structure du code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observé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Preuve Stayora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SonarQube, ESLint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HTTP/SQL et Chrome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Exemple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no-console à la ligne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Code privé dans la réponse 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Limite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D3CD"/>
                      </a:solidFill>
                      <a:prstDash val="solid"/>
                    </a:lnL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Comportement métier non prouvé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3B46"/>
                          </a:solidFill>
                          <a:latin typeface="Arial"/>
                          <a:ea typeface="Arial"/>
                          <a:cs typeface="Arial"/>
                        </a:rPr>
                        <a:t>Scénarios et données essayés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D3CD"/>
                      </a:solidFill>
                      <a:prstDash val="solid"/>
                    </a:lnR>
                    <a:lnB w="9525">
                      <a:solidFill>
                        <a:srgbClr val="C8D3CD"/>
                      </a:solidFill>
                      <a:prstDash val="solid"/>
                    </a:lnB>
                    <a:solidFill>
                      <a:srgbClr val="E8EEEA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15FE4-0288-4B65-9E17-8D640CE60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9cc96712f4ef9"/>
          <a:stretch xmlns:a="http://schemas.openxmlformats.org/drawingml/2006/main"/>
        </p:blipFill>
        <p:spPr>
          <a:xfrm xmlns:a="http://schemas.openxmlformats.org/drawingml/2006/main">
            <a:off x="1784312" y="4648200"/>
            <a:ext cx="2746450" cy="1143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B7115-67B3-49DE-9F60-EB431B0F9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8f7ba00b7c4e44"/>
          <a:stretch xmlns:a="http://schemas.openxmlformats.org/drawingml/2006/main"/>
        </p:blipFill>
        <p:spPr>
          <a:xfrm xmlns:a="http://schemas.openxmlformats.org/drawingml/2006/main">
            <a:off x="8104726" y="4648200"/>
            <a:ext cx="1840424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29745-2B27-460E-B4E3-80AE714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Les contrôles statiques et les scénarios exécutés apportent des preuves différentes.</a:t>
            </a:r>
          </a:p>
        </p:txBody>
      </p:sp>
    </p:spTree>
    <p:extLst>
      <p:ext uri="{BB962C8B-B14F-4D97-AF65-F5344CB8AC3E}">
        <p14:creationId xmlns:p14="http://schemas.microsoft.com/office/powerpoint/2010/main" val="4255763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0C186-BBE3-4FF2-B11D-D9273E4A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BAEA1-48B2-4B95-A664-0C46A6E6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Bilan et priorités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56E42-553C-41C5-A894-EC6AD97F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D948F-4BA8-4368-95F4-431463A2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Xray</a:t>
            </a:r>
          </a:p>
          <a:p xmlns:a="http://schemas.openxmlformats.org/drawingml/2006/main">
            <a:pPr>
              <a:defRPr sz="247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72 PASSED / 1 FAILED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8B08F-8BDE-4393-944F-ED03EECB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ESLint</a:t>
            </a:r>
          </a:p>
          <a:p xmlns:a="http://schemas.openxmlformats.org/drawingml/2006/main">
            <a:pPr>
              <a:defRPr sz="23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0 erreur / 1 avertissement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E24B-5263-44A2-9ECA-A47C43D0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504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Priorité de suivi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Corriger STAY-48 puis rejouer</a:t>
            </a:r>
          </a:p>
          <a:p xmlns:a="http://schemas.openxmlformats.org/drawingml/2006/main">
            <a:pPr>
              <a:defRPr sz="2025" b="0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B46"/>
                </a:solidFill>
                <a:latin typeface="Arial"/>
                <a:ea typeface="Arial"/>
                <a:cs typeface="Arial"/>
              </a:rPr>
              <a:t>les tests IA et confidentialité.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CD399-B13B-454E-BFA2-4256511CE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9cff1f2c14f4c"/>
          <a:stretch xmlns:a="http://schemas.openxmlformats.org/drawingml/2006/main"/>
        </p:blipFill>
        <p:spPr>
          <a:xfrm xmlns:a="http://schemas.openxmlformats.org/drawingml/2006/main">
            <a:off x="6096000" y="1905301"/>
            <a:ext cx="5581650" cy="346649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F9BC9-D3C6-4AC6-935D-9A31DADC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Campagne exécutée. Conformité complète à confirmer après correction et retest.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451FD-42B1-4E39-917E-D789493B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8c7e3dc421924fdd"/>
              </a:rPr>
              <a:t>Défaut STAY-48 et preuves de reproduction · connexion requise</a:t>
            </a:r>
          </a:p>
        </p:txBody>
      </p:sp>
    </p:spTree>
    <p:extLst>
      <p:ext uri="{BB962C8B-B14F-4D97-AF65-F5344CB8AC3E}">
        <p14:creationId xmlns:p14="http://schemas.microsoft.com/office/powerpoint/2010/main" val="12568453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B6506-14CA-4313-A3B8-DCDD48FC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E77"/>
                </a:solidFill>
                <a:latin typeface="Arial"/>
                <a:ea typeface="Arial"/>
                <a:cs typeface="Arial"/>
              </a:rPr>
              <a:t>DÉMONSTRATION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17328-588E-481A-9F18-7C5AA576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B4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3B46"/>
                </a:solidFill>
                <a:latin typeface="Arial"/>
                <a:ea typeface="Arial"/>
                <a:cs typeface="Arial"/>
              </a:rPr>
              <a:t>Liens de consultation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5D101-AED6-48BD-B733-B5AAA87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E1253-9204-4E8A-B08F-AFC30806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859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c21cf2fd7c3440ce"/>
              </a:rPr>
              <a:t>Tableau Jira STAY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45522-5EB5-447C-BFBB-5DE5339E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21a37244990f4aed"/>
              </a:rPr>
              <a:t>Tableau de tests Xray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32536-C87F-46D1-BFF7-BCA3D279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8607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43c7e49d580f4a28"/>
              </a:rPr>
              <a:t>Plan de tests STAY-46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2176F-FD73-4482-8014-BBB0EE5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6c2a50d6e7c0493f"/>
              </a:rPr>
              <a:t>Suite de tests STAY-45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41173-3DC1-4E19-A3D8-B626021F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62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87E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87E77"/>
                </a:solidFill>
                <a:latin typeface="Arial"/>
                <a:ea typeface="Arial"/>
                <a:cs typeface="Arial"/>
                <a:hlinkClick xmlns:r="http://schemas.openxmlformats.org/officeDocument/2006/relationships" r:id="R0a5f4c56b6e14d21"/>
              </a:rPr>
              <a:t>Exécution STAY-47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E0585-B6EA-4D19-96C7-D99B27DF09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f19b288b64355"/>
          <a:stretch xmlns:a="http://schemas.openxmlformats.org/drawingml/2006/main"/>
        </p:blipFill>
        <p:spPr>
          <a:xfrm xmlns:a="http://schemas.openxmlformats.org/drawingml/2006/main">
            <a:off x="6096000" y="1803944"/>
            <a:ext cx="5581650" cy="34025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E8140-581D-4042-9A5B-401A809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B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B70"/>
                </a:solidFill>
                <a:latin typeface="Arial"/>
                <a:ea typeface="Arial"/>
                <a:cs typeface="Arial"/>
              </a:rPr>
              <a:t>Connexion Jira requise. Les captures rendent la présentation consultable hors ligne.</a:t>
            </a:r>
          </a:p>
        </p:txBody>
      </p:sp>
    </p:spTree>
    <p:extLst>
      <p:ext uri="{BB962C8B-B14F-4D97-AF65-F5344CB8AC3E}">
        <p14:creationId xmlns:p14="http://schemas.microsoft.com/office/powerpoint/2010/main" val="1074959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2026-10-17T20:27:10.1170000Z</dcterms:created>
  <dcterms:modified xsi:type="dcterms:W3CDTF">2026-10-17T20:27:10.1170000Z</dcterms:modified>
</coreProperties>
</file>